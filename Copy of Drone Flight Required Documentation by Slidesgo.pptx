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3"/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Bebas Neue"/>
      <p:regular r:id="rId28"/>
    </p:embeddedFont>
    <p:embeddedFont>
      <p:font typeface="Outfit"/>
      <p:regular r:id="rId29"/>
      <p:bold r:id="rId30"/>
    </p:embeddedFont>
    <p:embeddedFont>
      <p:font typeface="Russo One"/>
      <p:regular r:id="rId31"/>
    </p:embeddedFont>
    <p:embeddedFont>
      <p:font typeface="PT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BebasNeue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utf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ussoOne-regular.fntdata"/><Relationship Id="rId30" Type="http://schemas.openxmlformats.org/officeDocument/2006/relationships/font" Target="fonts/Outfit-bold.fntdata"/><Relationship Id="rId11" Type="http://schemas.openxmlformats.org/officeDocument/2006/relationships/slide" Target="slides/slide6.xml"/><Relationship Id="rId33" Type="http://schemas.openxmlformats.org/officeDocument/2006/relationships/font" Target="fonts/PTSans-bold.fntdata"/><Relationship Id="rId10" Type="http://schemas.openxmlformats.org/officeDocument/2006/relationships/slide" Target="slides/slide5.xml"/><Relationship Id="rId32" Type="http://schemas.openxmlformats.org/officeDocument/2006/relationships/font" Target="fonts/PTSans-regular.fntdata"/><Relationship Id="rId13" Type="http://schemas.openxmlformats.org/officeDocument/2006/relationships/slide" Target="slides/slide8.xml"/><Relationship Id="rId35" Type="http://schemas.openxmlformats.org/officeDocument/2006/relationships/font" Target="fonts/PTSans-boldItalic.fntdata"/><Relationship Id="rId12" Type="http://schemas.openxmlformats.org/officeDocument/2006/relationships/slide" Target="slides/slide7.xml"/><Relationship Id="rId34" Type="http://schemas.openxmlformats.org/officeDocument/2006/relationships/font" Target="fonts/PT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ac853fcb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ac853fcb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c853fcbf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c853fcbf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c853fcbf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c853fcbf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c853fcbf8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ac853fcbf8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0fe5e20e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0fe5e20e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0fe5e20e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0fe5e20e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ac853fcbf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ac853fcbf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942987a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a942987a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c853fcbf8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ac853fcbf8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c853fcbf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ac853fcbf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2124b42b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a2124b42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c853fcbf8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ac853fcbf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c853fcbf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ac853fcbf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c853fcbf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ac853fcbf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c853fcbf8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ac853fcbf8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ac853fcbf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ac853fcbf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895f2e09d5_0_42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895f2e09d5_0_42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c853fcbf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c853fcbf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rone flight required documentation by Slidesgo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" name="Google Shape;12;p2"/>
          <p:cNvSpPr txBox="1"/>
          <p:nvPr>
            <p:ph type="ctrTitle"/>
          </p:nvPr>
        </p:nvSpPr>
        <p:spPr>
          <a:xfrm>
            <a:off x="722850" y="1676675"/>
            <a:ext cx="5790900" cy="22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b="1" sz="50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722852" y="3909885"/>
            <a:ext cx="5790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8630388" y="1724775"/>
            <a:ext cx="757976" cy="672190"/>
            <a:chOff x="7464925" y="-1654250"/>
            <a:chExt cx="757976" cy="672190"/>
          </a:xfrm>
        </p:grpSpPr>
        <p:sp>
          <p:nvSpPr>
            <p:cNvPr id="15" name="Google Shape;15;p2"/>
            <p:cNvSpPr/>
            <p:nvPr/>
          </p:nvSpPr>
          <p:spPr>
            <a:xfrm>
              <a:off x="7464925" y="-1654250"/>
              <a:ext cx="757976" cy="672190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98685" y="-1654213"/>
              <a:ext cx="690430" cy="67207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247294" y="3137700"/>
            <a:ext cx="829069" cy="895560"/>
            <a:chOff x="-247294" y="3137700"/>
            <a:chExt cx="829069" cy="895560"/>
          </a:xfrm>
        </p:grpSpPr>
        <p:sp>
          <p:nvSpPr>
            <p:cNvPr id="18" name="Google Shape;18;p2"/>
            <p:cNvSpPr/>
            <p:nvPr/>
          </p:nvSpPr>
          <p:spPr>
            <a:xfrm>
              <a:off x="105975" y="3137700"/>
              <a:ext cx="475800" cy="475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-247294" y="3403858"/>
              <a:ext cx="596199" cy="629402"/>
              <a:chOff x="-3171395" y="736983"/>
              <a:chExt cx="1712232" cy="1807587"/>
            </a:xfrm>
          </p:grpSpPr>
          <p:grpSp>
            <p:nvGrpSpPr>
              <p:cNvPr id="20" name="Google Shape;20;p2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21" name="Google Shape;21;p2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720000" y="2414400"/>
            <a:ext cx="54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3"/>
          <p:cNvSpPr txBox="1"/>
          <p:nvPr>
            <p:ph hasCustomPrompt="1" idx="2" type="title"/>
          </p:nvPr>
        </p:nvSpPr>
        <p:spPr>
          <a:xfrm>
            <a:off x="720000" y="1489200"/>
            <a:ext cx="1797300" cy="841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720000" y="3256200"/>
            <a:ext cx="40326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" name="Google Shape;32;p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3" name="Google Shape;33;p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5" name="Google Shape;35;p3"/>
          <p:cNvGrpSpPr/>
          <p:nvPr/>
        </p:nvGrpSpPr>
        <p:grpSpPr>
          <a:xfrm rot="-2700000">
            <a:off x="1811264" y="341191"/>
            <a:ext cx="618199" cy="652627"/>
            <a:chOff x="-3171395" y="736983"/>
            <a:chExt cx="1712232" cy="1807587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" name="Google Shape;44;p3"/>
          <p:cNvGrpSpPr/>
          <p:nvPr/>
        </p:nvGrpSpPr>
        <p:grpSpPr>
          <a:xfrm>
            <a:off x="509845" y="4365874"/>
            <a:ext cx="736602" cy="777624"/>
            <a:chOff x="-3171395" y="736983"/>
            <a:chExt cx="1712232" cy="1807587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9" name="Google Shape;49;p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1366475" y="302050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4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56" name="Google Shape;56;p4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4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" name="Google Shape;5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720000" y="1148125"/>
            <a:ext cx="7704000" cy="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0" name="Google Shape;60;p4"/>
          <p:cNvGrpSpPr/>
          <p:nvPr/>
        </p:nvGrpSpPr>
        <p:grpSpPr>
          <a:xfrm>
            <a:off x="130100" y="4224525"/>
            <a:ext cx="852193" cy="663530"/>
            <a:chOff x="130100" y="4224525"/>
            <a:chExt cx="852193" cy="663530"/>
          </a:xfrm>
        </p:grpSpPr>
        <p:sp>
          <p:nvSpPr>
            <p:cNvPr id="61" name="Google Shape;61;p4"/>
            <p:cNvSpPr/>
            <p:nvPr/>
          </p:nvSpPr>
          <p:spPr>
            <a:xfrm>
              <a:off x="130100" y="4224525"/>
              <a:ext cx="475800" cy="475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4"/>
            <p:cNvGrpSpPr/>
            <p:nvPr/>
          </p:nvGrpSpPr>
          <p:grpSpPr>
            <a:xfrm>
              <a:off x="444138" y="4319930"/>
              <a:ext cx="538155" cy="568125"/>
              <a:chOff x="-3171395" y="736983"/>
              <a:chExt cx="1712232" cy="1807587"/>
            </a:xfrm>
          </p:grpSpPr>
          <p:grpSp>
            <p:nvGrpSpPr>
              <p:cNvPr id="63" name="Google Shape;63;p4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64" name="Google Shape;64;p4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6" name="Google Shape;66;p4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67" name="Google Shape;67;p4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" name="Google Shape;68;p4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5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73" name="Google Shape;73;p5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5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" name="Google Shape;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1" type="subTitle"/>
          </p:nvPr>
        </p:nvSpPr>
        <p:spPr>
          <a:xfrm>
            <a:off x="1141488" y="2367300"/>
            <a:ext cx="2861700" cy="16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2" type="subTitle"/>
          </p:nvPr>
        </p:nvSpPr>
        <p:spPr>
          <a:xfrm>
            <a:off x="1141488" y="2078375"/>
            <a:ext cx="28617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3" type="subTitle"/>
          </p:nvPr>
        </p:nvSpPr>
        <p:spPr>
          <a:xfrm>
            <a:off x="5140805" y="2367300"/>
            <a:ext cx="2861700" cy="16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4" type="subTitle"/>
          </p:nvPr>
        </p:nvSpPr>
        <p:spPr>
          <a:xfrm>
            <a:off x="5140805" y="2078375"/>
            <a:ext cx="28617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" name="Google Shape;80;p5"/>
          <p:cNvSpPr/>
          <p:nvPr/>
        </p:nvSpPr>
        <p:spPr>
          <a:xfrm>
            <a:off x="-104475" y="4770150"/>
            <a:ext cx="35556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83" name="Google Shape;83;p6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6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" name="Google Shape;85;p6"/>
          <p:cNvGrpSpPr/>
          <p:nvPr/>
        </p:nvGrpSpPr>
        <p:grpSpPr>
          <a:xfrm rot="-2700000">
            <a:off x="119050" y="3890575"/>
            <a:ext cx="524973" cy="554209"/>
            <a:chOff x="-3171395" y="736983"/>
            <a:chExt cx="1712232" cy="1807587"/>
          </a:xfrm>
        </p:grpSpPr>
        <p:grpSp>
          <p:nvGrpSpPr>
            <p:cNvPr id="86" name="Google Shape;86;p6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87" name="Google Shape;87;p6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6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90" name="Google Shape;90;p6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4" name="Google Shape;94;p6"/>
          <p:cNvSpPr/>
          <p:nvPr/>
        </p:nvSpPr>
        <p:spPr>
          <a:xfrm>
            <a:off x="-464275" y="3125825"/>
            <a:ext cx="1177500" cy="1177500"/>
          </a:xfrm>
          <a:prstGeom prst="ellipse">
            <a:avLst/>
          </a:prstGeom>
          <a:gradFill>
            <a:gsLst>
              <a:gs pos="0">
                <a:srgbClr val="68BAAC">
                  <a:alpha val="59215"/>
                </a:srgbClr>
              </a:gs>
              <a:gs pos="8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6"/>
          <p:cNvGrpSpPr/>
          <p:nvPr/>
        </p:nvGrpSpPr>
        <p:grpSpPr>
          <a:xfrm rot="-5400000">
            <a:off x="6255017" y="-959784"/>
            <a:ext cx="1395516" cy="1538384"/>
            <a:chOff x="310284" y="3367548"/>
            <a:chExt cx="872634" cy="961971"/>
          </a:xfrm>
        </p:grpSpPr>
        <p:sp>
          <p:nvSpPr>
            <p:cNvPr id="96" name="Google Shape;96;p6"/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6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01" name="Google Shape;101;p7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7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" name="Google Shape;10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" type="subTitle"/>
          </p:nvPr>
        </p:nvSpPr>
        <p:spPr>
          <a:xfrm>
            <a:off x="720000" y="1541950"/>
            <a:ext cx="4695000" cy="21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05" name="Google Shape;105;p7"/>
          <p:cNvGrpSpPr/>
          <p:nvPr/>
        </p:nvGrpSpPr>
        <p:grpSpPr>
          <a:xfrm rot="10800000">
            <a:off x="-273727" y="1918278"/>
            <a:ext cx="736590" cy="812000"/>
            <a:chOff x="310284" y="3367548"/>
            <a:chExt cx="872634" cy="961971"/>
          </a:xfrm>
        </p:grpSpPr>
        <p:sp>
          <p:nvSpPr>
            <p:cNvPr id="106" name="Google Shape;106;p7"/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8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10" name="Google Shape;110;p8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8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1079725" y="1736313"/>
            <a:ext cx="6987000" cy="16710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" name="Google Shape;113;p8"/>
          <p:cNvSpPr/>
          <p:nvPr/>
        </p:nvSpPr>
        <p:spPr>
          <a:xfrm>
            <a:off x="-49300" y="2226125"/>
            <a:ext cx="484800" cy="4848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8"/>
          <p:cNvGrpSpPr/>
          <p:nvPr/>
        </p:nvGrpSpPr>
        <p:grpSpPr>
          <a:xfrm>
            <a:off x="-142541" y="2423514"/>
            <a:ext cx="855774" cy="903432"/>
            <a:chOff x="-3171395" y="736983"/>
            <a:chExt cx="1712232" cy="1807587"/>
          </a:xfrm>
        </p:grpSpPr>
        <p:grpSp>
          <p:nvGrpSpPr>
            <p:cNvPr id="115" name="Google Shape;115;p8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19" name="Google Shape;119;p8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3" name="Google Shape;123;p8"/>
          <p:cNvSpPr/>
          <p:nvPr/>
        </p:nvSpPr>
        <p:spPr>
          <a:xfrm>
            <a:off x="8993475" y="3489575"/>
            <a:ext cx="475800" cy="475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8"/>
          <p:cNvGrpSpPr/>
          <p:nvPr/>
        </p:nvGrpSpPr>
        <p:grpSpPr>
          <a:xfrm>
            <a:off x="8732670" y="3623099"/>
            <a:ext cx="736602" cy="777624"/>
            <a:chOff x="-3171395" y="736983"/>
            <a:chExt cx="1712232" cy="1807587"/>
          </a:xfrm>
        </p:grpSpPr>
        <p:grpSp>
          <p:nvGrpSpPr>
            <p:cNvPr id="125" name="Google Shape;125;p8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6" name="Google Shape;126;p8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8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9" name="Google Shape;129;p8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1702038" y="1329800"/>
            <a:ext cx="5739900" cy="16710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9"/>
          <p:cNvSpPr txBox="1"/>
          <p:nvPr>
            <p:ph idx="1" type="subTitle"/>
          </p:nvPr>
        </p:nvSpPr>
        <p:spPr>
          <a:xfrm>
            <a:off x="1704475" y="3592400"/>
            <a:ext cx="57375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6" name="Google Shape;136;p9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37" name="Google Shape;137;p9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9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>
            <p:ph idx="2" type="pic"/>
          </p:nvPr>
        </p:nvSpPr>
        <p:spPr>
          <a:xfrm>
            <a:off x="-21750" y="-26550"/>
            <a:ext cx="9187500" cy="51966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 txBox="1"/>
          <p:nvPr>
            <p:ph type="title"/>
          </p:nvPr>
        </p:nvSpPr>
        <p:spPr>
          <a:xfrm>
            <a:off x="720000" y="3292100"/>
            <a:ext cx="4151100" cy="10962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1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44" name="Google Shape;144;p11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11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" name="Google Shape;146;p11"/>
          <p:cNvSpPr txBox="1"/>
          <p:nvPr>
            <p:ph hasCustomPrompt="1" type="title"/>
          </p:nvPr>
        </p:nvSpPr>
        <p:spPr>
          <a:xfrm>
            <a:off x="1284000" y="1691938"/>
            <a:ext cx="6576000" cy="1236600"/>
          </a:xfrm>
          <a:prstGeom prst="rect">
            <a:avLst/>
          </a:prstGeom>
          <a:solidFill>
            <a:schemeClr val="accent3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7" name="Google Shape;147;p11"/>
          <p:cNvSpPr txBox="1"/>
          <p:nvPr>
            <p:ph idx="1" type="subTitle"/>
          </p:nvPr>
        </p:nvSpPr>
        <p:spPr>
          <a:xfrm>
            <a:off x="1284000" y="3058013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1" type="subTitle"/>
          </p:nvPr>
        </p:nvSpPr>
        <p:spPr>
          <a:xfrm>
            <a:off x="720000" y="21931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idx="2" type="subTitle"/>
          </p:nvPr>
        </p:nvSpPr>
        <p:spPr>
          <a:xfrm>
            <a:off x="3419269" y="21931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idx="3" type="subTitle"/>
          </p:nvPr>
        </p:nvSpPr>
        <p:spPr>
          <a:xfrm>
            <a:off x="720000" y="41192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3"/>
          <p:cNvSpPr txBox="1"/>
          <p:nvPr>
            <p:ph idx="4" type="subTitle"/>
          </p:nvPr>
        </p:nvSpPr>
        <p:spPr>
          <a:xfrm>
            <a:off x="3419269" y="41192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idx="5" type="subTitle"/>
          </p:nvPr>
        </p:nvSpPr>
        <p:spPr>
          <a:xfrm>
            <a:off x="6118545" y="21931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3"/>
          <p:cNvSpPr txBox="1"/>
          <p:nvPr>
            <p:ph idx="6" type="subTitle"/>
          </p:nvPr>
        </p:nvSpPr>
        <p:spPr>
          <a:xfrm>
            <a:off x="6118545" y="41192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hasCustomPrompt="1" idx="7" type="title"/>
          </p:nvPr>
        </p:nvSpPr>
        <p:spPr>
          <a:xfrm>
            <a:off x="818402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/>
          <p:nvPr>
            <p:ph hasCustomPrompt="1" idx="8" type="title"/>
          </p:nvPr>
        </p:nvSpPr>
        <p:spPr>
          <a:xfrm>
            <a:off x="818402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/>
          <p:nvPr>
            <p:ph hasCustomPrompt="1" idx="9" type="title"/>
          </p:nvPr>
        </p:nvSpPr>
        <p:spPr>
          <a:xfrm>
            <a:off x="3517677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/>
          <p:nvPr>
            <p:ph hasCustomPrompt="1" idx="13" type="title"/>
          </p:nvPr>
        </p:nvSpPr>
        <p:spPr>
          <a:xfrm>
            <a:off x="3517677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/>
          <p:nvPr>
            <p:ph hasCustomPrompt="1" idx="14" type="title"/>
          </p:nvPr>
        </p:nvSpPr>
        <p:spPr>
          <a:xfrm>
            <a:off x="6216952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hasCustomPrompt="1" idx="15" type="title"/>
          </p:nvPr>
        </p:nvSpPr>
        <p:spPr>
          <a:xfrm>
            <a:off x="6216952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/>
          <p:nvPr>
            <p:ph idx="16" type="subTitle"/>
          </p:nvPr>
        </p:nvSpPr>
        <p:spPr>
          <a:xfrm>
            <a:off x="720000" y="19041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13"/>
          <p:cNvSpPr txBox="1"/>
          <p:nvPr>
            <p:ph idx="17" type="subTitle"/>
          </p:nvPr>
        </p:nvSpPr>
        <p:spPr>
          <a:xfrm>
            <a:off x="3419275" y="19041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idx="18" type="subTitle"/>
          </p:nvPr>
        </p:nvSpPr>
        <p:spPr>
          <a:xfrm>
            <a:off x="6118550" y="19041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19" type="subTitle"/>
          </p:nvPr>
        </p:nvSpPr>
        <p:spPr>
          <a:xfrm>
            <a:off x="720000" y="38302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13"/>
          <p:cNvSpPr txBox="1"/>
          <p:nvPr>
            <p:ph idx="20" type="subTitle"/>
          </p:nvPr>
        </p:nvSpPr>
        <p:spPr>
          <a:xfrm>
            <a:off x="3419275" y="38302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8" name="Google Shape;168;p13"/>
          <p:cNvSpPr txBox="1"/>
          <p:nvPr>
            <p:ph idx="21" type="subTitle"/>
          </p:nvPr>
        </p:nvSpPr>
        <p:spPr>
          <a:xfrm>
            <a:off x="6118550" y="38302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69" name="Google Shape;169;p1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70" name="Google Shape;170;p1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" name="Google Shape;172;p13"/>
          <p:cNvSpPr/>
          <p:nvPr/>
        </p:nvSpPr>
        <p:spPr>
          <a:xfrm>
            <a:off x="100575" y="2792775"/>
            <a:ext cx="484800" cy="4848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100575" y="3175875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13"/>
          <p:cNvGrpSpPr/>
          <p:nvPr/>
        </p:nvGrpSpPr>
        <p:grpSpPr>
          <a:xfrm rot="-2700000">
            <a:off x="8314043" y="679491"/>
            <a:ext cx="1684369" cy="1778172"/>
            <a:chOff x="-3171395" y="736983"/>
            <a:chExt cx="1712232" cy="1807587"/>
          </a:xfrm>
        </p:grpSpPr>
        <p:grpSp>
          <p:nvGrpSpPr>
            <p:cNvPr id="175" name="Google Shape;175;p1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76" name="Google Shape;176;p1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79" name="Google Shape;179;p1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3" name="Google Shape;183;p13"/>
          <p:cNvGrpSpPr/>
          <p:nvPr/>
        </p:nvGrpSpPr>
        <p:grpSpPr>
          <a:xfrm>
            <a:off x="8705148" y="4154678"/>
            <a:ext cx="736590" cy="812000"/>
            <a:chOff x="310284" y="3367548"/>
            <a:chExt cx="872634" cy="961971"/>
          </a:xfrm>
        </p:grpSpPr>
        <p:sp>
          <p:nvSpPr>
            <p:cNvPr id="184" name="Google Shape;184;p13"/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4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88" name="Google Shape;188;p14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14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0" name="Google Shape;190;p14"/>
          <p:cNvSpPr txBox="1"/>
          <p:nvPr>
            <p:ph type="title"/>
          </p:nvPr>
        </p:nvSpPr>
        <p:spPr>
          <a:xfrm>
            <a:off x="713225" y="3023525"/>
            <a:ext cx="5314500" cy="7593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1" name="Google Shape;191;p14"/>
          <p:cNvSpPr txBox="1"/>
          <p:nvPr>
            <p:ph idx="1" type="subTitle"/>
          </p:nvPr>
        </p:nvSpPr>
        <p:spPr>
          <a:xfrm>
            <a:off x="713225" y="1390488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4" name="Google Shape;194;p15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95" name="Google Shape;195;p15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15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7" name="Google Shape;197;p15"/>
          <p:cNvSpPr/>
          <p:nvPr/>
        </p:nvSpPr>
        <p:spPr>
          <a:xfrm>
            <a:off x="8592825" y="559175"/>
            <a:ext cx="344400" cy="3444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15"/>
          <p:cNvGrpSpPr/>
          <p:nvPr/>
        </p:nvGrpSpPr>
        <p:grpSpPr>
          <a:xfrm>
            <a:off x="133305" y="3499923"/>
            <a:ext cx="448091" cy="473046"/>
            <a:chOff x="-3171395" y="736983"/>
            <a:chExt cx="1712232" cy="1807587"/>
          </a:xfrm>
        </p:grpSpPr>
        <p:grpSp>
          <p:nvGrpSpPr>
            <p:cNvPr id="199" name="Google Shape;199;p15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200" name="Google Shape;200;p15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p15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203" name="Google Shape;203;p15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9" name="Google Shape;209;p16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10" name="Google Shape;210;p16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16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2" name="Google Shape;212;p16"/>
          <p:cNvSpPr/>
          <p:nvPr/>
        </p:nvSpPr>
        <p:spPr>
          <a:xfrm rot="5400000">
            <a:off x="-1443275" y="2463888"/>
            <a:ext cx="35556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8234925" y="4268525"/>
            <a:ext cx="1184100" cy="11841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6" name="Google Shape;216;p17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17" name="Google Shape;217;p17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7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9" name="Google Shape;219;p17"/>
          <p:cNvGrpSpPr/>
          <p:nvPr/>
        </p:nvGrpSpPr>
        <p:grpSpPr>
          <a:xfrm>
            <a:off x="8430825" y="709948"/>
            <a:ext cx="638320" cy="673869"/>
            <a:chOff x="-3171395" y="736983"/>
            <a:chExt cx="1712232" cy="1807587"/>
          </a:xfrm>
        </p:grpSpPr>
        <p:grpSp>
          <p:nvGrpSpPr>
            <p:cNvPr id="220" name="Google Shape;220;p17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7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224" name="Google Shape;224;p17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8" name="Google Shape;228;p17"/>
          <p:cNvSpPr/>
          <p:nvPr/>
        </p:nvSpPr>
        <p:spPr>
          <a:xfrm>
            <a:off x="154625" y="4388300"/>
            <a:ext cx="431400" cy="4314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17"/>
          <p:cNvGrpSpPr/>
          <p:nvPr/>
        </p:nvGrpSpPr>
        <p:grpSpPr>
          <a:xfrm>
            <a:off x="-261041" y="3706803"/>
            <a:ext cx="542435" cy="572644"/>
            <a:chOff x="-3171395" y="736983"/>
            <a:chExt cx="1712232" cy="1807587"/>
          </a:xfrm>
        </p:grpSpPr>
        <p:grpSp>
          <p:nvGrpSpPr>
            <p:cNvPr id="230" name="Google Shape;230;p17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231" name="Google Shape;231;p17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p17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234" name="Google Shape;234;p17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8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40" name="Google Shape;240;p18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8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2" name="Google Shape;242;p18"/>
          <p:cNvSpPr txBox="1"/>
          <p:nvPr>
            <p:ph type="title"/>
          </p:nvPr>
        </p:nvSpPr>
        <p:spPr>
          <a:xfrm>
            <a:off x="720000" y="1031250"/>
            <a:ext cx="3521100" cy="220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18"/>
          <p:cNvSpPr txBox="1"/>
          <p:nvPr>
            <p:ph idx="1" type="subTitle"/>
          </p:nvPr>
        </p:nvSpPr>
        <p:spPr>
          <a:xfrm>
            <a:off x="720000" y="3327250"/>
            <a:ext cx="3521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8"/>
          <p:cNvSpPr/>
          <p:nvPr>
            <p:ph idx="2" type="pic"/>
          </p:nvPr>
        </p:nvSpPr>
        <p:spPr>
          <a:xfrm>
            <a:off x="4572100" y="0"/>
            <a:ext cx="38586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45" name="Google Shape;245;p18"/>
          <p:cNvGrpSpPr/>
          <p:nvPr/>
        </p:nvGrpSpPr>
        <p:grpSpPr>
          <a:xfrm>
            <a:off x="-216030" y="3826374"/>
            <a:ext cx="736602" cy="777624"/>
            <a:chOff x="-3171395" y="736983"/>
            <a:chExt cx="1712232" cy="1807587"/>
          </a:xfrm>
        </p:grpSpPr>
        <p:grpSp>
          <p:nvGrpSpPr>
            <p:cNvPr id="246" name="Google Shape;246;p18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247" name="Google Shape;247;p18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8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250" name="Google Shape;250;p18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8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8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9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56" name="Google Shape;256;p19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19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720000" y="1449775"/>
            <a:ext cx="2718600" cy="130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9" name="Google Shape;259;p19"/>
          <p:cNvSpPr txBox="1"/>
          <p:nvPr>
            <p:ph idx="1" type="subTitle"/>
          </p:nvPr>
        </p:nvSpPr>
        <p:spPr>
          <a:xfrm>
            <a:off x="720000" y="2677325"/>
            <a:ext cx="2718600" cy="10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0" name="Google Shape;260;p19"/>
          <p:cNvGrpSpPr/>
          <p:nvPr/>
        </p:nvGrpSpPr>
        <p:grpSpPr>
          <a:xfrm>
            <a:off x="7509796" y="-342960"/>
            <a:ext cx="835912" cy="882464"/>
            <a:chOff x="-3171395" y="736983"/>
            <a:chExt cx="1712232" cy="1807587"/>
          </a:xfrm>
        </p:grpSpPr>
        <p:grpSp>
          <p:nvGrpSpPr>
            <p:cNvPr id="261" name="Google Shape;261;p19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262" name="Google Shape;262;p19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19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265" name="Google Shape;265;p19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0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71" name="Google Shape;271;p20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20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3" name="Google Shape;273;p20"/>
          <p:cNvSpPr txBox="1"/>
          <p:nvPr>
            <p:ph type="title"/>
          </p:nvPr>
        </p:nvSpPr>
        <p:spPr>
          <a:xfrm>
            <a:off x="5553850" y="1488400"/>
            <a:ext cx="2630400" cy="12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4" name="Google Shape;274;p20"/>
          <p:cNvSpPr txBox="1"/>
          <p:nvPr>
            <p:ph idx="1" type="subTitle"/>
          </p:nvPr>
        </p:nvSpPr>
        <p:spPr>
          <a:xfrm>
            <a:off x="5553975" y="2664186"/>
            <a:ext cx="2630400" cy="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1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77" name="Google Shape;277;p21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1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9" name="Google Shape;279;p21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21"/>
          <p:cNvSpPr txBox="1"/>
          <p:nvPr>
            <p:ph idx="1" type="subTitle"/>
          </p:nvPr>
        </p:nvSpPr>
        <p:spPr>
          <a:xfrm>
            <a:off x="720000" y="1254375"/>
            <a:ext cx="6392100" cy="24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81" name="Google Shape;281;p21"/>
          <p:cNvSpPr/>
          <p:nvPr/>
        </p:nvSpPr>
        <p:spPr>
          <a:xfrm>
            <a:off x="140775" y="3475288"/>
            <a:ext cx="394500" cy="39450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lt1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22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84" name="Google Shape;284;p22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22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22"/>
          <p:cNvSpPr txBox="1"/>
          <p:nvPr>
            <p:ph type="title"/>
          </p:nvPr>
        </p:nvSpPr>
        <p:spPr>
          <a:xfrm>
            <a:off x="720000" y="795150"/>
            <a:ext cx="3521100" cy="12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7" name="Google Shape;287;p22"/>
          <p:cNvSpPr txBox="1"/>
          <p:nvPr>
            <p:ph idx="1" type="subTitle"/>
          </p:nvPr>
        </p:nvSpPr>
        <p:spPr>
          <a:xfrm>
            <a:off x="720000" y="2150538"/>
            <a:ext cx="3521100" cy="21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22"/>
          <p:cNvSpPr/>
          <p:nvPr>
            <p:ph idx="2" type="pic"/>
          </p:nvPr>
        </p:nvSpPr>
        <p:spPr>
          <a:xfrm>
            <a:off x="4526025" y="0"/>
            <a:ext cx="3904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22"/>
          <p:cNvSpPr/>
          <p:nvPr/>
        </p:nvSpPr>
        <p:spPr>
          <a:xfrm rot="5400000">
            <a:off x="6958200" y="2463888"/>
            <a:ext cx="35556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274275" y="4406738"/>
            <a:ext cx="394500" cy="3945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2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293" name="Google Shape;293;p2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2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5" name="Google Shape;295;p23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1" type="subTitle"/>
          </p:nvPr>
        </p:nvSpPr>
        <p:spPr>
          <a:xfrm>
            <a:off x="720000" y="1254375"/>
            <a:ext cx="40059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97" name="Google Shape;297;p23"/>
          <p:cNvSpPr/>
          <p:nvPr/>
        </p:nvSpPr>
        <p:spPr>
          <a:xfrm rot="5400000">
            <a:off x="7414950" y="1123925"/>
            <a:ext cx="27651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119000" y="4339325"/>
            <a:ext cx="431400" cy="4314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23"/>
          <p:cNvGrpSpPr/>
          <p:nvPr/>
        </p:nvGrpSpPr>
        <p:grpSpPr>
          <a:xfrm rot="10800000">
            <a:off x="772051" y="4603989"/>
            <a:ext cx="440044" cy="464550"/>
            <a:chOff x="-3171395" y="736983"/>
            <a:chExt cx="1712232" cy="1807587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301" name="Google Shape;301;p2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" name="Google Shape;303;p2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304" name="Google Shape;304;p2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2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4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10" name="Google Shape;310;p24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24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2" name="Google Shape;312;p2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3" name="Google Shape;313;p24"/>
          <p:cNvSpPr txBox="1"/>
          <p:nvPr>
            <p:ph idx="1" type="subTitle"/>
          </p:nvPr>
        </p:nvSpPr>
        <p:spPr>
          <a:xfrm>
            <a:off x="720000" y="1254375"/>
            <a:ext cx="3521700" cy="33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14" name="Google Shape;314;p24"/>
          <p:cNvSpPr txBox="1"/>
          <p:nvPr>
            <p:ph idx="2" type="subTitle"/>
          </p:nvPr>
        </p:nvSpPr>
        <p:spPr>
          <a:xfrm>
            <a:off x="4572000" y="1254375"/>
            <a:ext cx="3338700" cy="33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15" name="Google Shape;315;p24"/>
          <p:cNvGrpSpPr/>
          <p:nvPr/>
        </p:nvGrpSpPr>
        <p:grpSpPr>
          <a:xfrm rot="10800000">
            <a:off x="-2" y="2757552"/>
            <a:ext cx="655785" cy="692125"/>
            <a:chOff x="-3171395" y="736983"/>
            <a:chExt cx="1712232" cy="1807587"/>
          </a:xfrm>
        </p:grpSpPr>
        <p:grpSp>
          <p:nvGrpSpPr>
            <p:cNvPr id="316" name="Google Shape;316;p24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317" name="Google Shape;317;p24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4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" name="Google Shape;319;p24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320" name="Google Shape;320;p24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4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4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4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25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26" name="Google Shape;326;p25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5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8" name="Google Shape;32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9" name="Google Shape;329;p25"/>
          <p:cNvSpPr txBox="1"/>
          <p:nvPr>
            <p:ph idx="1" type="subTitle"/>
          </p:nvPr>
        </p:nvSpPr>
        <p:spPr>
          <a:xfrm>
            <a:off x="2096295" y="40233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096295" y="373442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4742188" y="40233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4742188" y="373442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33" name="Google Shape;333;p25"/>
          <p:cNvGrpSpPr/>
          <p:nvPr/>
        </p:nvGrpSpPr>
        <p:grpSpPr>
          <a:xfrm>
            <a:off x="-129267" y="2960475"/>
            <a:ext cx="931567" cy="912805"/>
            <a:chOff x="-129267" y="2960475"/>
            <a:chExt cx="931567" cy="912805"/>
          </a:xfrm>
        </p:grpSpPr>
        <p:sp>
          <p:nvSpPr>
            <p:cNvPr id="334" name="Google Shape;334;p25"/>
            <p:cNvSpPr/>
            <p:nvPr/>
          </p:nvSpPr>
          <p:spPr>
            <a:xfrm>
              <a:off x="407800" y="2960475"/>
              <a:ext cx="394500" cy="394500"/>
            </a:xfrm>
            <a:prstGeom prst="ellipse">
              <a:avLst/>
            </a:pr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5" name="Google Shape;335;p25"/>
            <p:cNvGrpSpPr/>
            <p:nvPr/>
          </p:nvGrpSpPr>
          <p:grpSpPr>
            <a:xfrm>
              <a:off x="-129267" y="3128554"/>
              <a:ext cx="705611" cy="744726"/>
              <a:chOff x="-3171395" y="736983"/>
              <a:chExt cx="1712232" cy="1807587"/>
            </a:xfrm>
          </p:grpSpPr>
          <p:grpSp>
            <p:nvGrpSpPr>
              <p:cNvPr id="336" name="Google Shape;336;p2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337" name="Google Shape;337;p2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2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9" name="Google Shape;339;p2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340" name="Google Shape;340;p2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2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6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46" name="Google Shape;346;p26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26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8" name="Google Shape;34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26"/>
          <p:cNvSpPr txBox="1"/>
          <p:nvPr>
            <p:ph idx="1" type="subTitle"/>
          </p:nvPr>
        </p:nvSpPr>
        <p:spPr>
          <a:xfrm>
            <a:off x="2110150" y="1741187"/>
            <a:ext cx="49404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26"/>
          <p:cNvSpPr txBox="1"/>
          <p:nvPr>
            <p:ph idx="2" type="subTitle"/>
          </p:nvPr>
        </p:nvSpPr>
        <p:spPr>
          <a:xfrm>
            <a:off x="2110130" y="1379525"/>
            <a:ext cx="49404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1" name="Google Shape;351;p26"/>
          <p:cNvSpPr txBox="1"/>
          <p:nvPr>
            <p:ph idx="3" type="subTitle"/>
          </p:nvPr>
        </p:nvSpPr>
        <p:spPr>
          <a:xfrm>
            <a:off x="2101807" y="3440525"/>
            <a:ext cx="49404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26"/>
          <p:cNvSpPr txBox="1"/>
          <p:nvPr>
            <p:ph idx="4" type="subTitle"/>
          </p:nvPr>
        </p:nvSpPr>
        <p:spPr>
          <a:xfrm>
            <a:off x="2101812" y="3089775"/>
            <a:ext cx="49404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3" name="Google Shape;353;p26"/>
          <p:cNvSpPr/>
          <p:nvPr/>
        </p:nvSpPr>
        <p:spPr>
          <a:xfrm>
            <a:off x="182275" y="2007900"/>
            <a:ext cx="344400" cy="3444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7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56" name="Google Shape;356;p27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27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8" name="Google Shape;35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9" name="Google Shape;359;p27"/>
          <p:cNvSpPr txBox="1"/>
          <p:nvPr>
            <p:ph idx="1" type="subTitle"/>
          </p:nvPr>
        </p:nvSpPr>
        <p:spPr>
          <a:xfrm>
            <a:off x="4847575" y="1762550"/>
            <a:ext cx="3583200" cy="22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27"/>
          <p:cNvSpPr txBox="1"/>
          <p:nvPr>
            <p:ph idx="2" type="subTitle"/>
          </p:nvPr>
        </p:nvSpPr>
        <p:spPr>
          <a:xfrm>
            <a:off x="713225" y="1762550"/>
            <a:ext cx="3583200" cy="22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27"/>
          <p:cNvSpPr/>
          <p:nvPr/>
        </p:nvSpPr>
        <p:spPr>
          <a:xfrm rot="10800000">
            <a:off x="8386500" y="4009600"/>
            <a:ext cx="484800" cy="484800"/>
          </a:xfrm>
          <a:prstGeom prst="ellipse">
            <a:avLst/>
          </a:prstGeom>
          <a:gradFill>
            <a:gsLst>
              <a:gs pos="0">
                <a:srgbClr val="68BAAC">
                  <a:alpha val="59215"/>
                </a:srgbClr>
              </a:gs>
              <a:gs pos="8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27"/>
          <p:cNvGrpSpPr/>
          <p:nvPr/>
        </p:nvGrpSpPr>
        <p:grpSpPr>
          <a:xfrm>
            <a:off x="8547806" y="3611033"/>
            <a:ext cx="596199" cy="629402"/>
            <a:chOff x="-3171395" y="736983"/>
            <a:chExt cx="1712232" cy="1807587"/>
          </a:xfrm>
        </p:grpSpPr>
        <p:grpSp>
          <p:nvGrpSpPr>
            <p:cNvPr id="363" name="Google Shape;363;p27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364" name="Google Shape;364;p27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7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27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367" name="Google Shape;367;p27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7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7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1" name="Google Shape;371;p27"/>
          <p:cNvSpPr/>
          <p:nvPr/>
        </p:nvSpPr>
        <p:spPr>
          <a:xfrm>
            <a:off x="287300" y="1152225"/>
            <a:ext cx="475800" cy="475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 rot="10800000">
            <a:off x="5469500" y="151725"/>
            <a:ext cx="37944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8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75" name="Google Shape;375;p28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28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7" name="Google Shape;37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1" type="subTitle"/>
          </p:nvPr>
        </p:nvSpPr>
        <p:spPr>
          <a:xfrm>
            <a:off x="713225" y="2747025"/>
            <a:ext cx="23055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" type="subTitle"/>
          </p:nvPr>
        </p:nvSpPr>
        <p:spPr>
          <a:xfrm>
            <a:off x="713213" y="245810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0" name="Google Shape;380;p28"/>
          <p:cNvSpPr txBox="1"/>
          <p:nvPr>
            <p:ph idx="3" type="subTitle"/>
          </p:nvPr>
        </p:nvSpPr>
        <p:spPr>
          <a:xfrm>
            <a:off x="3419250" y="2747025"/>
            <a:ext cx="23055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4" type="subTitle"/>
          </p:nvPr>
        </p:nvSpPr>
        <p:spPr>
          <a:xfrm>
            <a:off x="3419238" y="245810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5" type="subTitle"/>
          </p:nvPr>
        </p:nvSpPr>
        <p:spPr>
          <a:xfrm>
            <a:off x="6125275" y="2747025"/>
            <a:ext cx="23055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8"/>
          <p:cNvSpPr txBox="1"/>
          <p:nvPr>
            <p:ph idx="6" type="subTitle"/>
          </p:nvPr>
        </p:nvSpPr>
        <p:spPr>
          <a:xfrm>
            <a:off x="6125263" y="245810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4" name="Google Shape;384;p28"/>
          <p:cNvSpPr/>
          <p:nvPr/>
        </p:nvSpPr>
        <p:spPr>
          <a:xfrm>
            <a:off x="235925" y="1977500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29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87" name="Google Shape;387;p29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29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" name="Google Shape;389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0" name="Google Shape;390;p29"/>
          <p:cNvSpPr txBox="1"/>
          <p:nvPr>
            <p:ph idx="1" type="subTitle"/>
          </p:nvPr>
        </p:nvSpPr>
        <p:spPr>
          <a:xfrm>
            <a:off x="1409077" y="1909900"/>
            <a:ext cx="26280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29"/>
          <p:cNvSpPr txBox="1"/>
          <p:nvPr>
            <p:ph idx="2" type="subTitle"/>
          </p:nvPr>
        </p:nvSpPr>
        <p:spPr>
          <a:xfrm>
            <a:off x="1409065" y="1620975"/>
            <a:ext cx="26280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3" type="subTitle"/>
          </p:nvPr>
        </p:nvSpPr>
        <p:spPr>
          <a:xfrm>
            <a:off x="5098306" y="1909900"/>
            <a:ext cx="26280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29"/>
          <p:cNvSpPr txBox="1"/>
          <p:nvPr>
            <p:ph idx="4" type="subTitle"/>
          </p:nvPr>
        </p:nvSpPr>
        <p:spPr>
          <a:xfrm>
            <a:off x="5098299" y="1620975"/>
            <a:ext cx="26280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4" name="Google Shape;394;p29"/>
          <p:cNvSpPr txBox="1"/>
          <p:nvPr>
            <p:ph idx="5" type="subTitle"/>
          </p:nvPr>
        </p:nvSpPr>
        <p:spPr>
          <a:xfrm>
            <a:off x="1409077" y="3282075"/>
            <a:ext cx="26280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9"/>
          <p:cNvSpPr txBox="1"/>
          <p:nvPr>
            <p:ph idx="6" type="subTitle"/>
          </p:nvPr>
        </p:nvSpPr>
        <p:spPr>
          <a:xfrm>
            <a:off x="1409065" y="2993150"/>
            <a:ext cx="26280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6" name="Google Shape;396;p29"/>
          <p:cNvSpPr txBox="1"/>
          <p:nvPr>
            <p:ph idx="7" type="subTitle"/>
          </p:nvPr>
        </p:nvSpPr>
        <p:spPr>
          <a:xfrm>
            <a:off x="5098306" y="3282075"/>
            <a:ext cx="26280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9"/>
          <p:cNvSpPr txBox="1"/>
          <p:nvPr>
            <p:ph idx="8" type="subTitle"/>
          </p:nvPr>
        </p:nvSpPr>
        <p:spPr>
          <a:xfrm>
            <a:off x="5098299" y="2993150"/>
            <a:ext cx="26280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8" name="Google Shape;398;p29"/>
          <p:cNvSpPr/>
          <p:nvPr/>
        </p:nvSpPr>
        <p:spPr>
          <a:xfrm rot="5400000">
            <a:off x="7031400" y="2463888"/>
            <a:ext cx="35556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01" name="Google Shape;401;p30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402" name="Google Shape;402;p30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30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4" name="Google Shape;404;p30"/>
          <p:cNvSpPr txBox="1"/>
          <p:nvPr>
            <p:ph idx="1" type="subTitle"/>
          </p:nvPr>
        </p:nvSpPr>
        <p:spPr>
          <a:xfrm>
            <a:off x="721568" y="1987807"/>
            <a:ext cx="23055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30"/>
          <p:cNvSpPr txBox="1"/>
          <p:nvPr>
            <p:ph idx="2" type="subTitle"/>
          </p:nvPr>
        </p:nvSpPr>
        <p:spPr>
          <a:xfrm>
            <a:off x="721556" y="1698882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30"/>
          <p:cNvSpPr txBox="1"/>
          <p:nvPr>
            <p:ph idx="3" type="subTitle"/>
          </p:nvPr>
        </p:nvSpPr>
        <p:spPr>
          <a:xfrm>
            <a:off x="3427593" y="1987807"/>
            <a:ext cx="23055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30"/>
          <p:cNvSpPr txBox="1"/>
          <p:nvPr>
            <p:ph idx="4" type="subTitle"/>
          </p:nvPr>
        </p:nvSpPr>
        <p:spPr>
          <a:xfrm>
            <a:off x="3427581" y="1698882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30"/>
          <p:cNvSpPr txBox="1"/>
          <p:nvPr>
            <p:ph idx="5" type="subTitle"/>
          </p:nvPr>
        </p:nvSpPr>
        <p:spPr>
          <a:xfrm>
            <a:off x="6133618" y="1987807"/>
            <a:ext cx="23055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30"/>
          <p:cNvSpPr txBox="1"/>
          <p:nvPr>
            <p:ph idx="6" type="subTitle"/>
          </p:nvPr>
        </p:nvSpPr>
        <p:spPr>
          <a:xfrm>
            <a:off x="6133606" y="1698882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30"/>
          <p:cNvSpPr txBox="1"/>
          <p:nvPr>
            <p:ph idx="7" type="subTitle"/>
          </p:nvPr>
        </p:nvSpPr>
        <p:spPr>
          <a:xfrm>
            <a:off x="2070956" y="3476825"/>
            <a:ext cx="23055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30"/>
          <p:cNvSpPr txBox="1"/>
          <p:nvPr>
            <p:ph idx="8" type="subTitle"/>
          </p:nvPr>
        </p:nvSpPr>
        <p:spPr>
          <a:xfrm>
            <a:off x="2070943" y="318790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2" name="Google Shape;412;p30"/>
          <p:cNvSpPr txBox="1"/>
          <p:nvPr>
            <p:ph idx="9" type="subTitle"/>
          </p:nvPr>
        </p:nvSpPr>
        <p:spPr>
          <a:xfrm>
            <a:off x="4784221" y="3476825"/>
            <a:ext cx="23055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30"/>
          <p:cNvSpPr txBox="1"/>
          <p:nvPr>
            <p:ph idx="13" type="subTitle"/>
          </p:nvPr>
        </p:nvSpPr>
        <p:spPr>
          <a:xfrm>
            <a:off x="4784208" y="318790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4" name="Google Shape;414;p30"/>
          <p:cNvSpPr/>
          <p:nvPr/>
        </p:nvSpPr>
        <p:spPr>
          <a:xfrm rot="10800000">
            <a:off x="7967182" y="72272"/>
            <a:ext cx="394800" cy="3945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30"/>
          <p:cNvGrpSpPr/>
          <p:nvPr/>
        </p:nvGrpSpPr>
        <p:grpSpPr>
          <a:xfrm rot="10800000">
            <a:off x="-193713" y="2229748"/>
            <a:ext cx="647909" cy="683991"/>
            <a:chOff x="-3171395" y="736983"/>
            <a:chExt cx="1712232" cy="1807587"/>
          </a:xfrm>
        </p:grpSpPr>
        <p:grpSp>
          <p:nvGrpSpPr>
            <p:cNvPr id="416" name="Google Shape;416;p30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17" name="Google Shape;417;p30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0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30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20" name="Google Shape;420;p30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0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31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426" name="Google Shape;426;p31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31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8" name="Google Shape;428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9" name="Google Shape;429;p31"/>
          <p:cNvSpPr txBox="1"/>
          <p:nvPr>
            <p:ph idx="1" type="subTitle"/>
          </p:nvPr>
        </p:nvSpPr>
        <p:spPr>
          <a:xfrm>
            <a:off x="1030200" y="2213875"/>
            <a:ext cx="2116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31"/>
          <p:cNvSpPr txBox="1"/>
          <p:nvPr>
            <p:ph idx="2" type="subTitle"/>
          </p:nvPr>
        </p:nvSpPr>
        <p:spPr>
          <a:xfrm>
            <a:off x="1030200" y="1924950"/>
            <a:ext cx="211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1" name="Google Shape;431;p31"/>
          <p:cNvSpPr txBox="1"/>
          <p:nvPr>
            <p:ph idx="3" type="subTitle"/>
          </p:nvPr>
        </p:nvSpPr>
        <p:spPr>
          <a:xfrm>
            <a:off x="3513897" y="2213875"/>
            <a:ext cx="2116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31"/>
          <p:cNvSpPr txBox="1"/>
          <p:nvPr>
            <p:ph idx="4" type="subTitle"/>
          </p:nvPr>
        </p:nvSpPr>
        <p:spPr>
          <a:xfrm>
            <a:off x="3513897" y="1924950"/>
            <a:ext cx="211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3" name="Google Shape;433;p31"/>
          <p:cNvSpPr txBox="1"/>
          <p:nvPr>
            <p:ph idx="5" type="subTitle"/>
          </p:nvPr>
        </p:nvSpPr>
        <p:spPr>
          <a:xfrm>
            <a:off x="5997594" y="2213875"/>
            <a:ext cx="2116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1"/>
          <p:cNvSpPr txBox="1"/>
          <p:nvPr>
            <p:ph idx="6" type="subTitle"/>
          </p:nvPr>
        </p:nvSpPr>
        <p:spPr>
          <a:xfrm>
            <a:off x="5997594" y="1924950"/>
            <a:ext cx="211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5" name="Google Shape;435;p31"/>
          <p:cNvSpPr txBox="1"/>
          <p:nvPr>
            <p:ph idx="7" type="subTitle"/>
          </p:nvPr>
        </p:nvSpPr>
        <p:spPr>
          <a:xfrm>
            <a:off x="1030200" y="3989750"/>
            <a:ext cx="2116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31"/>
          <p:cNvSpPr txBox="1"/>
          <p:nvPr>
            <p:ph idx="8" type="subTitle"/>
          </p:nvPr>
        </p:nvSpPr>
        <p:spPr>
          <a:xfrm>
            <a:off x="1030200" y="3700825"/>
            <a:ext cx="211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7" name="Google Shape;437;p31"/>
          <p:cNvSpPr txBox="1"/>
          <p:nvPr>
            <p:ph idx="9" type="subTitle"/>
          </p:nvPr>
        </p:nvSpPr>
        <p:spPr>
          <a:xfrm>
            <a:off x="3513897" y="3989750"/>
            <a:ext cx="2116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3" type="subTitle"/>
          </p:nvPr>
        </p:nvSpPr>
        <p:spPr>
          <a:xfrm>
            <a:off x="3513897" y="3700825"/>
            <a:ext cx="211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9" name="Google Shape;439;p31"/>
          <p:cNvSpPr txBox="1"/>
          <p:nvPr>
            <p:ph idx="14" type="subTitle"/>
          </p:nvPr>
        </p:nvSpPr>
        <p:spPr>
          <a:xfrm>
            <a:off x="5997594" y="3989750"/>
            <a:ext cx="2116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15" type="subTitle"/>
          </p:nvPr>
        </p:nvSpPr>
        <p:spPr>
          <a:xfrm>
            <a:off x="5997594" y="3700825"/>
            <a:ext cx="211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41" name="Google Shape;441;p31"/>
          <p:cNvGrpSpPr/>
          <p:nvPr/>
        </p:nvGrpSpPr>
        <p:grpSpPr>
          <a:xfrm rot="10800000">
            <a:off x="-774435" y="1924942"/>
            <a:ext cx="1437141" cy="1584270"/>
            <a:chOff x="310284" y="3367548"/>
            <a:chExt cx="872634" cy="961971"/>
          </a:xfrm>
        </p:grpSpPr>
        <p:sp>
          <p:nvSpPr>
            <p:cNvPr id="442" name="Google Shape;442;p31"/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1"/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32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446" name="Google Shape;446;p32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32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8" name="Google Shape;448;p32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2223600" y="1439127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0" name="Google Shape;450;p32"/>
          <p:cNvSpPr txBox="1"/>
          <p:nvPr>
            <p:ph hasCustomPrompt="1" idx="2" type="title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1" name="Google Shape;451;p32"/>
          <p:cNvSpPr txBox="1"/>
          <p:nvPr>
            <p:ph idx="3" type="subTitle"/>
          </p:nvPr>
        </p:nvSpPr>
        <p:spPr>
          <a:xfrm>
            <a:off x="2223600" y="2736821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2" name="Google Shape;452;p32"/>
          <p:cNvSpPr txBox="1"/>
          <p:nvPr>
            <p:ph hasCustomPrompt="1"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3" name="Google Shape;453;p32"/>
          <p:cNvSpPr txBox="1"/>
          <p:nvPr>
            <p:ph idx="5" type="subTitle"/>
          </p:nvPr>
        </p:nvSpPr>
        <p:spPr>
          <a:xfrm>
            <a:off x="2223600" y="4034515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4" name="Google Shape;454;p32"/>
          <p:cNvSpPr/>
          <p:nvPr/>
        </p:nvSpPr>
        <p:spPr>
          <a:xfrm>
            <a:off x="327350" y="783850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7" name="Google Shape;457;p33"/>
          <p:cNvSpPr txBox="1"/>
          <p:nvPr>
            <p:ph idx="1" type="subTitle"/>
          </p:nvPr>
        </p:nvSpPr>
        <p:spPr>
          <a:xfrm>
            <a:off x="713225" y="2927763"/>
            <a:ext cx="2305500" cy="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8" name="Google Shape;458;p3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459" name="Google Shape;459;p3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3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33"/>
          <p:cNvSpPr txBox="1"/>
          <p:nvPr>
            <p:ph idx="2" type="subTitle"/>
          </p:nvPr>
        </p:nvSpPr>
        <p:spPr>
          <a:xfrm>
            <a:off x="713213" y="2638838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2" name="Google Shape;462;p33"/>
          <p:cNvSpPr txBox="1"/>
          <p:nvPr>
            <p:ph idx="3" type="subTitle"/>
          </p:nvPr>
        </p:nvSpPr>
        <p:spPr>
          <a:xfrm>
            <a:off x="6125275" y="2920988"/>
            <a:ext cx="2305500" cy="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33"/>
          <p:cNvSpPr txBox="1"/>
          <p:nvPr>
            <p:ph idx="4" type="subTitle"/>
          </p:nvPr>
        </p:nvSpPr>
        <p:spPr>
          <a:xfrm>
            <a:off x="6125263" y="2632063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4" name="Google Shape;464;p33"/>
          <p:cNvSpPr txBox="1"/>
          <p:nvPr>
            <p:ph hasCustomPrompt="1" idx="5" type="title"/>
          </p:nvPr>
        </p:nvSpPr>
        <p:spPr>
          <a:xfrm>
            <a:off x="1232675" y="2015156"/>
            <a:ext cx="1266600" cy="4314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5" name="Google Shape;465;p33"/>
          <p:cNvSpPr txBox="1"/>
          <p:nvPr>
            <p:ph hasCustomPrompt="1" idx="6" type="title"/>
          </p:nvPr>
        </p:nvSpPr>
        <p:spPr>
          <a:xfrm>
            <a:off x="6644719" y="2015156"/>
            <a:ext cx="1266600" cy="4314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66" name="Google Shape;466;p33"/>
          <p:cNvGrpSpPr/>
          <p:nvPr/>
        </p:nvGrpSpPr>
        <p:grpSpPr>
          <a:xfrm>
            <a:off x="-429600" y="374044"/>
            <a:ext cx="948234" cy="1001042"/>
            <a:chOff x="-3171395" y="736983"/>
            <a:chExt cx="1712232" cy="1807587"/>
          </a:xfrm>
        </p:grpSpPr>
        <p:grpSp>
          <p:nvGrpSpPr>
            <p:cNvPr id="467" name="Google Shape;467;p3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68" name="Google Shape;468;p3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3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3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3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2" name="Google Shape;472;p3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73" name="Google Shape;473;p3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5" name="Google Shape;475;p33"/>
          <p:cNvGrpSpPr/>
          <p:nvPr/>
        </p:nvGrpSpPr>
        <p:grpSpPr>
          <a:xfrm rot="10800000">
            <a:off x="8759463" y="886662"/>
            <a:ext cx="757976" cy="672190"/>
            <a:chOff x="7464925" y="-1654250"/>
            <a:chExt cx="757976" cy="672190"/>
          </a:xfrm>
        </p:grpSpPr>
        <p:sp>
          <p:nvSpPr>
            <p:cNvPr id="476" name="Google Shape;476;p33"/>
            <p:cNvSpPr/>
            <p:nvPr/>
          </p:nvSpPr>
          <p:spPr>
            <a:xfrm>
              <a:off x="7498685" y="-1654213"/>
              <a:ext cx="690430" cy="67207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7464925" y="-1654250"/>
              <a:ext cx="757976" cy="672190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3"/>
          <p:cNvSpPr/>
          <p:nvPr/>
        </p:nvSpPr>
        <p:spPr>
          <a:xfrm>
            <a:off x="7075678" y="4640927"/>
            <a:ext cx="404700" cy="404700"/>
          </a:xfrm>
          <a:prstGeom prst="ellipse">
            <a:avLst/>
          </a:prstGeom>
          <a:gradFill>
            <a:gsLst>
              <a:gs pos="0">
                <a:srgbClr val="68BAAC">
                  <a:alpha val="59215"/>
                </a:srgbClr>
              </a:gs>
              <a:gs pos="8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34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481" name="Google Shape;481;p34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34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3" name="Google Shape;483;p34"/>
          <p:cNvSpPr txBox="1"/>
          <p:nvPr>
            <p:ph type="title"/>
          </p:nvPr>
        </p:nvSpPr>
        <p:spPr>
          <a:xfrm>
            <a:off x="713225" y="733450"/>
            <a:ext cx="5114100" cy="118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8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4" name="Google Shape;484;p34"/>
          <p:cNvSpPr txBox="1"/>
          <p:nvPr>
            <p:ph idx="1" type="subTitle"/>
          </p:nvPr>
        </p:nvSpPr>
        <p:spPr>
          <a:xfrm>
            <a:off x="713225" y="1794375"/>
            <a:ext cx="5114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34"/>
          <p:cNvGrpSpPr/>
          <p:nvPr/>
        </p:nvGrpSpPr>
        <p:grpSpPr>
          <a:xfrm>
            <a:off x="7525213" y="4604005"/>
            <a:ext cx="538155" cy="568125"/>
            <a:chOff x="-3171395" y="736983"/>
            <a:chExt cx="1712232" cy="1807587"/>
          </a:xfrm>
        </p:grpSpPr>
        <p:grpSp>
          <p:nvGrpSpPr>
            <p:cNvPr id="486" name="Google Shape;486;p34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87" name="Google Shape;487;p34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34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9" name="Google Shape;489;p34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90" name="Google Shape;490;p34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34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34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4" name="Google Shape;494;p34"/>
          <p:cNvSpPr txBox="1"/>
          <p:nvPr/>
        </p:nvSpPr>
        <p:spPr>
          <a:xfrm>
            <a:off x="3826675" y="3948213"/>
            <a:ext cx="4604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CREDITS:</a:t>
            </a: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and includes icons by </a:t>
            </a:r>
            <a:r>
              <a:rPr b="1" lang="en" sz="1100" u="sng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1100" u="sng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95" name="Google Shape;495;p34"/>
          <p:cNvGrpSpPr/>
          <p:nvPr/>
        </p:nvGrpSpPr>
        <p:grpSpPr>
          <a:xfrm>
            <a:off x="-63744" y="2614233"/>
            <a:ext cx="596199" cy="629402"/>
            <a:chOff x="-3171395" y="736983"/>
            <a:chExt cx="1712232" cy="1807587"/>
          </a:xfrm>
        </p:grpSpPr>
        <p:grpSp>
          <p:nvGrpSpPr>
            <p:cNvPr id="496" name="Google Shape;496;p34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97" name="Google Shape;497;p34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34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34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500" name="Google Shape;500;p34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4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4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34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4" name="Google Shape;504;p34"/>
          <p:cNvGrpSpPr/>
          <p:nvPr/>
        </p:nvGrpSpPr>
        <p:grpSpPr>
          <a:xfrm>
            <a:off x="2923081" y="-197392"/>
            <a:ext cx="596199" cy="629402"/>
            <a:chOff x="-3171395" y="736983"/>
            <a:chExt cx="1712232" cy="1807587"/>
          </a:xfrm>
        </p:grpSpPr>
        <p:grpSp>
          <p:nvGrpSpPr>
            <p:cNvPr id="505" name="Google Shape;505;p34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506" name="Google Shape;506;p34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fmla="val 5816" name="adj1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fmla="val 4017" name="adj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34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509" name="Google Shape;509;p34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34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rect b="b" l="l" r="r" t="t"/>
                <a:pathLst>
                  <a:path extrusionOk="0" h="498" w="86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4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rect b="b" l="l" r="r" t="t"/>
                <a:pathLst>
                  <a:path extrusionOk="0" h="498" w="858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rect b="b" l="l" r="r" t="t"/>
                <a:pathLst>
                  <a:path extrusionOk="0" h="498" w="859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3" name="Google Shape;513;p34"/>
          <p:cNvGrpSpPr/>
          <p:nvPr/>
        </p:nvGrpSpPr>
        <p:grpSpPr>
          <a:xfrm>
            <a:off x="-409075" y="2097450"/>
            <a:ext cx="757976" cy="672190"/>
            <a:chOff x="7464925" y="-1654250"/>
            <a:chExt cx="757976" cy="672190"/>
          </a:xfrm>
        </p:grpSpPr>
        <p:sp>
          <p:nvSpPr>
            <p:cNvPr id="514" name="Google Shape;514;p34"/>
            <p:cNvSpPr/>
            <p:nvPr/>
          </p:nvSpPr>
          <p:spPr>
            <a:xfrm>
              <a:off x="7464925" y="-1654250"/>
              <a:ext cx="757976" cy="672190"/>
            </a:xfrm>
            <a:custGeom>
              <a:rect b="b" l="l" r="r" t="t"/>
              <a:pathLst>
                <a:path extrusionOk="0" h="17973" w="3417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7498685" y="-1654213"/>
              <a:ext cx="690430" cy="672078"/>
            </a:xfrm>
            <a:custGeom>
              <a:rect b="b" l="l" r="r" t="t"/>
              <a:pathLst>
                <a:path extrusionOk="0" h="17970" w="31125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solidFill>
          <a:schemeClr val="accen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35"/>
          <p:cNvGrpSpPr/>
          <p:nvPr/>
        </p:nvGrpSpPr>
        <p:grpSpPr>
          <a:xfrm>
            <a:off x="190589" y="78791"/>
            <a:ext cx="8762822" cy="4985917"/>
            <a:chOff x="194711" y="84616"/>
            <a:chExt cx="8762822" cy="4985917"/>
          </a:xfrm>
        </p:grpSpPr>
        <p:grpSp>
          <p:nvGrpSpPr>
            <p:cNvPr id="518" name="Google Shape;518;p35"/>
            <p:cNvGrpSpPr/>
            <p:nvPr/>
          </p:nvGrpSpPr>
          <p:grpSpPr>
            <a:xfrm>
              <a:off x="194711" y="84616"/>
              <a:ext cx="344672" cy="363867"/>
              <a:chOff x="-3171395" y="736983"/>
              <a:chExt cx="1712232" cy="1807587"/>
            </a:xfrm>
          </p:grpSpPr>
          <p:grpSp>
            <p:nvGrpSpPr>
              <p:cNvPr id="519" name="Google Shape;519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20" name="Google Shape;520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2" name="Google Shape;522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23" name="Google Shape;523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7" name="Google Shape;527;p35"/>
            <p:cNvGrpSpPr/>
            <p:nvPr/>
          </p:nvGrpSpPr>
          <p:grpSpPr>
            <a:xfrm>
              <a:off x="194711" y="4706666"/>
              <a:ext cx="344672" cy="363867"/>
              <a:chOff x="-3171395" y="736983"/>
              <a:chExt cx="1712232" cy="1807587"/>
            </a:xfrm>
          </p:grpSpPr>
          <p:grpSp>
            <p:nvGrpSpPr>
              <p:cNvPr id="528" name="Google Shape;528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29" name="Google Shape;529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1" name="Google Shape;531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32" name="Google Shape;532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6" name="Google Shape;536;p35"/>
            <p:cNvGrpSpPr/>
            <p:nvPr/>
          </p:nvGrpSpPr>
          <p:grpSpPr>
            <a:xfrm>
              <a:off x="8612861" y="84616"/>
              <a:ext cx="344672" cy="363867"/>
              <a:chOff x="-3171395" y="736983"/>
              <a:chExt cx="1712232" cy="1807587"/>
            </a:xfrm>
          </p:grpSpPr>
          <p:grpSp>
            <p:nvGrpSpPr>
              <p:cNvPr id="537" name="Google Shape;537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38" name="Google Shape;538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0" name="Google Shape;540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41" name="Google Shape;541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45" name="Google Shape;545;p35"/>
            <p:cNvGrpSpPr/>
            <p:nvPr/>
          </p:nvGrpSpPr>
          <p:grpSpPr>
            <a:xfrm>
              <a:off x="8612861" y="4706666"/>
              <a:ext cx="344672" cy="363867"/>
              <a:chOff x="-3171395" y="736983"/>
              <a:chExt cx="1712232" cy="1807587"/>
            </a:xfrm>
          </p:grpSpPr>
          <p:grpSp>
            <p:nvGrpSpPr>
              <p:cNvPr id="546" name="Google Shape;546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47" name="Google Shape;547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fmla="val 5816" name="adj1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fmla="val 4017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9" name="Google Shape;549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50" name="Google Shape;550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rect b="b" l="l" r="r" t="t"/>
                  <a:pathLst>
                    <a:path extrusionOk="0" h="498" w="86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rect b="b" l="l" r="r" t="t"/>
                  <a:pathLst>
                    <a:path extrusionOk="0" h="498" w="858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rect b="b" l="l" r="r" t="t"/>
                  <a:pathLst>
                    <a:path extrusionOk="0" h="498" w="859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"/>
          <p:cNvSpPr/>
          <p:nvPr/>
        </p:nvSpPr>
        <p:spPr>
          <a:xfrm>
            <a:off x="-171125" y="123050"/>
            <a:ext cx="93150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6"/>
          <p:cNvSpPr/>
          <p:nvPr/>
        </p:nvSpPr>
        <p:spPr>
          <a:xfrm flipH="1">
            <a:off x="-171075" y="4778500"/>
            <a:ext cx="9468600" cy="215700"/>
          </a:xfrm>
          <a:prstGeom prst="parallelogram">
            <a:avLst>
              <a:gd fmla="val 25000" name="adj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720000" y="511025"/>
            <a:ext cx="77040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9" name="Google Shape;559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  <p:sldLayoutId id="2147483684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y3UM3VvC6mJboiguOW_BLP0B619godRa/view" TargetMode="External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67" name="Google Shape;5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-239675"/>
            <a:ext cx="9143545" cy="5469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72" name="Google Shape;5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7500" y="19925"/>
            <a:ext cx="9540730" cy="532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77" name="Google Shape;5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82" name="Google Shape;5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 title="Slide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5" title="Slide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00" y="-50000"/>
            <a:ext cx="9393874" cy="52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7" name="Google Shape;59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7" title="top10medic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8425" y="0"/>
            <a:ext cx="9422426" cy="58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07" name="Google Shape;60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175"/>
            <a:ext cx="9215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12" name="Google Shape;61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8250" y="-85900"/>
            <a:ext cx="9537965" cy="5323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0"/>
          <p:cNvSpPr txBox="1"/>
          <p:nvPr>
            <p:ph idx="1" type="body"/>
          </p:nvPr>
        </p:nvSpPr>
        <p:spPr>
          <a:xfrm>
            <a:off x="720000" y="1148125"/>
            <a:ext cx="7704000" cy="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0" title="WV_Drone_Need_Index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2350" y="0"/>
            <a:ext cx="96863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24" name="Google Shape;6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4238" y="-50225"/>
            <a:ext cx="9652236" cy="538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29" name="Google Shape;6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850" y="-20175"/>
            <a:ext cx="9323245" cy="5203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34" name="Google Shape;63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39" name="Google Shape;63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500" y="-20175"/>
            <a:ext cx="9359186" cy="5223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4" name="Google Shape;64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56" title="Flight To The Futur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873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a drone themed Let's Connect page with my contact info: Walter Lovett&#10;📧 WalterLovettii@Gmail.Com &#10;🔗 LinkedIn: https://www.linkedin.com/in/walterlovettii/&#10;💻 GitHub: https://github.com/WalterL1984&#10;&#10;Interests:&#10;Data Journalism • Business Analytics • Data Analytics • UAV/Drone Analytics • Aerospace &amp; Defense Technology • Nonprofit &amp; Education Technology" id="654" name="Google Shape;6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353F49"/>
      </a:dk1>
      <a:lt1>
        <a:srgbClr val="F6F6F8"/>
      </a:lt1>
      <a:dk2>
        <a:srgbClr val="D6DEEB"/>
      </a:dk2>
      <a:lt2>
        <a:srgbClr val="ABBCD0"/>
      </a:lt2>
      <a:accent1>
        <a:srgbClr val="81A7CE"/>
      </a:accent1>
      <a:accent2>
        <a:srgbClr val="4F79C3"/>
      </a:accent2>
      <a:accent3>
        <a:srgbClr val="305B98"/>
      </a:accent3>
      <a:accent4>
        <a:srgbClr val="59597B"/>
      </a:accent4>
      <a:accent5>
        <a:srgbClr val="68BAAC"/>
      </a:accent5>
      <a:accent6>
        <a:srgbClr val="169B82"/>
      </a:accent6>
      <a:hlink>
        <a:srgbClr val="353F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